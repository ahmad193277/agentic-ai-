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-600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01000" y="-182880"/>
            <a:ext cx="4572000" cy="7315200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685800"/>
            <a:ext cx="2286000" cy="2286000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657600"/>
            <a:ext cx="1463040" cy="1463040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21040" y="4892040"/>
            <a:ext cx="914400" cy="914400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6217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9D3FF"/>
                </a:solidFill>
                <a:latin typeface="Aptos"/>
              </a:rPr>
              <a:t>UNIVERSITY OF LAYYAH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900" b="1">
                <a:solidFill>
                  <a:srgbClr val="F5F8FC"/>
                </a:solidFill>
                <a:latin typeface="Aptos"/>
              </a:rPr>
              <a:t>STUDENT AI
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A9B9D3"/>
                </a:solidFill>
                <a:latin typeface="Aptos"/>
              </a:rPr>
              <a:t>A complete Agentic AI productivity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612648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5394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 dirty="0">
                <a:solidFill>
                  <a:srgbClr val="A9B9D3"/>
                </a:solidFill>
                <a:latin typeface="Aptos"/>
              </a:rPr>
              <a:t>Subject: </a:t>
            </a:r>
            <a:r>
              <a:rPr sz="1250" b="0" dirty="0" err="1">
                <a:solidFill>
                  <a:srgbClr val="A9B9D3"/>
                </a:solidFill>
                <a:latin typeface="Aptos"/>
              </a:rPr>
              <a:t>Agentic</a:t>
            </a:r>
            <a:r>
              <a:rPr sz="1250" b="0" dirty="0">
                <a:solidFill>
                  <a:srgbClr val="A9B9D3"/>
                </a:solidFill>
                <a:latin typeface="Aptos"/>
              </a:rPr>
              <a:t> AI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47488"/>
            <a:ext cx="5394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9B9D3"/>
                </a:solidFill>
                <a:latin typeface="Aptos"/>
              </a:rPr>
              <a:t>Course Conductor: Nabiha Komal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144768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" y="4328551"/>
            <a:ext cx="309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Name:    Ahmad </a:t>
            </a:r>
            <a:r>
              <a:rPr lang="en-US" dirty="0" err="1" smtClean="0">
                <a:solidFill>
                  <a:schemeClr val="bg2"/>
                </a:solidFill>
              </a:rPr>
              <a:t>Raza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What the completed system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874519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80136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73736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AI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48840"/>
            <a:ext cx="2514600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One entry point automatically routes questions to Study, Knowledge or Task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874519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1801368"/>
            <a:ext cx="475488" cy="47548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73736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Secure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148840"/>
            <a:ext cx="2514600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Signup, password validation and login protect the AI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74720" cy="1874519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180136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73736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User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148840"/>
            <a:ext cx="2514600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Voice input, Streamlit interface and conversation history make interaction practical.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Completed feature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Authentication  •  Voice Input  •  Agent Routing  •  RAG Knowledge  •  Chat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Complete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Authentication + interaction + 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05740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39D3FF"/>
                </a:solidFill>
                <a:latin typeface="Aptos"/>
              </a:rPr>
              <a:t>SIGN UP /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508760"/>
            <a:ext cx="205740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150876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9A67FF"/>
                </a:solidFill>
                <a:latin typeface="Aptos"/>
              </a:rPr>
              <a:t>STREAMLIT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508760"/>
            <a:ext cx="205740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150876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FFAC46"/>
                </a:solidFill>
                <a:latin typeface="Aptos"/>
              </a:rPr>
              <a:t>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08760"/>
            <a:ext cx="347472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508760"/>
            <a:ext cx="3474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42E09D"/>
                </a:solidFill>
                <a:latin typeface="Aptos"/>
              </a:rPr>
              <a:t>SPECIALIZED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6642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63240"/>
            <a:ext cx="2148840" cy="9601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63240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39D3FF"/>
                </a:solidFill>
                <a:latin typeface="Aptos"/>
              </a:rPr>
              <a:t>🎤 VOICE /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063240"/>
            <a:ext cx="2148840" cy="96012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69080" y="3063240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42E09D"/>
                </a:solidFill>
                <a:latin typeface="Aptos"/>
              </a:rPr>
              <a:t>STUDY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063240"/>
            <a:ext cx="2148840" cy="9601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063240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39D3FF"/>
                </a:solidFill>
                <a:latin typeface="Aptos"/>
              </a:rPr>
              <a:t>KNOWLEDGE /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3063240"/>
            <a:ext cx="2148840" cy="96012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5480" y="3063240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AC46"/>
                </a:solidFill>
                <a:latin typeface="Aptos"/>
              </a:rPr>
              <a:t>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245059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45059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45059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45059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172642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11680" y="4709160"/>
            <a:ext cx="81381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2E09D"/>
                </a:solidFill>
                <a:latin typeface="Aptos"/>
              </a:rPr>
              <a:t>💬 ANSWER  →  SAVE TO USER-SPECIFIC CONVERSATION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Signup /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A proper account creation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892040" cy="429768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206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CREATE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9B9D3"/>
                </a:solidFill>
                <a:latin typeface="Aptos"/>
              </a:rPr>
              <a:t>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368296"/>
            <a:ext cx="2606040" cy="420624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2451650"/>
            <a:ext cx="965329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dirty="0" smtClean="0">
                <a:solidFill>
                  <a:srgbClr val="F5F8FC"/>
                </a:solidFill>
                <a:latin typeface="Aptos"/>
              </a:rPr>
              <a:t>Ahmad </a:t>
            </a:r>
            <a:r>
              <a:rPr lang="en-US" sz="1050" dirty="0" err="1" smtClean="0">
                <a:solidFill>
                  <a:srgbClr val="F5F8FC"/>
                </a:solidFill>
                <a:latin typeface="Aptos"/>
              </a:rPr>
              <a:t>Raza</a:t>
            </a:r>
            <a:endParaRPr sz="105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136391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9B9D3"/>
                </a:solidFill>
                <a:latin typeface="Aptos"/>
              </a:rPr>
              <a:t>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081527"/>
            <a:ext cx="2606040" cy="420624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3081527"/>
            <a:ext cx="22402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student@example.com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9624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9B9D3"/>
                </a:solidFill>
                <a:latin typeface="Aptos"/>
              </a:rPr>
              <a:t>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794760"/>
            <a:ext cx="2606040" cy="420624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3794760"/>
            <a:ext cx="22402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••••••••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62856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9B9D3"/>
                </a:solidFill>
                <a:latin typeface="Aptos"/>
              </a:rPr>
              <a:t>Confirm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4507992"/>
            <a:ext cx="2606040" cy="420624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4507992"/>
            <a:ext cx="22402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••••••••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5230368"/>
            <a:ext cx="2606040" cy="411480"/>
          </a:xfrm>
          <a:prstGeom prst="roundRect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40280" y="5230368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CREATE 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600200"/>
            <a:ext cx="5257800" cy="114300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72200" y="180136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737360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Required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14884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Name, email, password and confirmation must be provided.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971800"/>
            <a:ext cx="5257800" cy="114300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72200" y="3172968"/>
            <a:ext cx="475488" cy="475488"/>
          </a:xfrm>
          <a:prstGeom prst="ellipse">
            <a:avLst/>
          </a:prstGeom>
          <a:solidFill>
            <a:srgbClr val="FFAC46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2200" y="31729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8+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3108960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Password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352044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Password must be at least 8 characters.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343400"/>
            <a:ext cx="5257800" cy="114300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172200" y="454456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45445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4480560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Match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489204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Password and confirmation must match before registration.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Login /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Only authenticated users enter the agent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663440" cy="39319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WELCOME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9B9D3"/>
                </a:solidFill>
                <a:latin typeface="Aptos"/>
              </a:rPr>
              <a:t>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880360"/>
            <a:ext cx="3657600" cy="502920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9B9D3"/>
                </a:solidFill>
                <a:latin typeface="Aptos"/>
              </a:rPr>
              <a:t>your@email.com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9B9D3"/>
                </a:solidFill>
                <a:latin typeface="Aptos"/>
              </a:rPr>
              <a:t>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77639"/>
            <a:ext cx="3657600" cy="502920"/>
          </a:xfrm>
          <a:prstGeom prst="roundRect">
            <a:avLst/>
          </a:prstGeom>
          <a:solidFill>
            <a:srgbClr val="172642"/>
          </a:solidFill>
          <a:ln>
            <a:solidFill>
              <a:srgbClr val="17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977639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••••••••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9160"/>
            <a:ext cx="3657600" cy="502920"/>
          </a:xfrm>
          <a:prstGeom prst="round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70D1B"/>
                </a:solidFill>
                <a:latin typeface="Aptos"/>
              </a:rP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691640"/>
            <a:ext cx="5303520" cy="118872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80760" y="1892808"/>
            <a:ext cx="475488" cy="47548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189280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828800"/>
            <a:ext cx="4343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Verify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240280"/>
            <a:ext cx="4343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Email and password are checked against the registered 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154680"/>
            <a:ext cx="5303520" cy="118872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80760" y="335584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335584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3291840"/>
            <a:ext cx="4343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Create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3703320"/>
            <a:ext cx="4343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Successful login stores the user's authenticated session.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4617720"/>
            <a:ext cx="5303520" cy="11887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80760" y="481888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48188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4754880"/>
            <a:ext cx="4343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Open AI workspace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5166359"/>
            <a:ext cx="4343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The user can now ask questions and use voice input.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Voice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Ask the agent without typing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749039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822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39D3FF"/>
                </a:solidFill>
                <a:latin typeface="Aptos"/>
              </a:rPr>
              <a:t>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560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Voice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8346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9B9D3"/>
                </a:solidFill>
                <a:latin typeface="Aptos"/>
              </a:rPr>
              <a:t>Start recording → speak → stop recording → speech becomes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572000"/>
            <a:ext cx="2834640" cy="502920"/>
          </a:xfrm>
          <a:prstGeom prst="round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2834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🎤  START RECORDING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965960"/>
            <a:ext cx="6126480" cy="868680"/>
          </a:xfrm>
          <a:prstGeom prst="roundRect">
            <a:avLst/>
          </a:prstGeom>
          <a:solidFill>
            <a:srgbClr val="172642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965960"/>
            <a:ext cx="6126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39D3FF"/>
                </a:solidFill>
                <a:latin typeface="Aptos"/>
              </a:rPr>
              <a:t>SPEECH  → 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337560"/>
            <a:ext cx="6126480" cy="868680"/>
          </a:xfrm>
          <a:prstGeom prst="roundRect">
            <a:avLst/>
          </a:prstGeom>
          <a:solidFill>
            <a:srgbClr val="172642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3337560"/>
            <a:ext cx="6126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9A67FF"/>
                </a:solidFill>
                <a:latin typeface="Aptos"/>
              </a:rPr>
              <a:t>TEXT  →  SUPERVISOR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709160"/>
            <a:ext cx="6126480" cy="868680"/>
          </a:xfrm>
          <a:prstGeom prst="roundRect">
            <a:avLst/>
          </a:prstGeom>
          <a:solidFill>
            <a:srgbClr val="172642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709160"/>
            <a:ext cx="6126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42E09D"/>
                </a:solidFill>
                <a:latin typeface="Aptos"/>
              </a:rPr>
              <a:t>SUPERVISOR  →  SPECIALIZED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Chat / Conversation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Every question and answer can be reviewed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388620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What is LangGraph?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828800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39D3FF"/>
                </a:solidFill>
                <a:latin typeface="Aptos"/>
              </a:rP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828800"/>
            <a:ext cx="3383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LangGraph is a framework...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828800"/>
            <a:ext cx="777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A9B9D3"/>
                </a:solidFill>
                <a:latin typeface="Aptos"/>
              </a:rPr>
              <a:t>10:21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16352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Make me a study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16352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42E09D"/>
                </a:solidFill>
                <a:latin typeface="Aptos"/>
              </a:rPr>
              <a:t>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816352"/>
            <a:ext cx="3383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Here is a structured plan...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2816352"/>
            <a:ext cx="777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A9B9D3"/>
                </a:solidFill>
                <a:latin typeface="Aptos"/>
              </a:rPr>
              <a:t>10:24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03904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Create my project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803904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AC46"/>
                </a:solidFill>
                <a:latin typeface="Aptos"/>
              </a:rPr>
              <a:t>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803904"/>
            <a:ext cx="3383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1. Set up files...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803904"/>
            <a:ext cx="777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A9B9D3"/>
                </a:solidFill>
                <a:latin typeface="Aptos"/>
              </a:rPr>
              <a:t>10:27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50992"/>
            <a:ext cx="6217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📜 History is tied to the logged-in user's email.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650992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This keeps different users' conversations separated.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Supervisor &amp; Intelligent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The brain that chooses the right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194560" cy="77724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1945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39D3FF"/>
                </a:solidFill>
                <a:latin typeface="Aptos"/>
              </a:rPr>
              <a:t>USER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600200"/>
            <a:ext cx="2194560" cy="77724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600200"/>
            <a:ext cx="21945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9A67FF"/>
                </a:solidFill>
                <a:latin typeface="Aptos"/>
              </a:rPr>
              <a:t>LLM SUPERVISOR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00200"/>
            <a:ext cx="2194560" cy="77724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1600200"/>
            <a:ext cx="21945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AC46"/>
                </a:solidFill>
                <a:latin typeface="Aptos"/>
              </a:rPr>
              <a:t>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2926080" cy="77724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29260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2E09D"/>
                </a:solidFill>
                <a:latin typeface="Aptos"/>
              </a:rPr>
              <a:t>SPECIALIST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5564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75564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75564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26974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42E09D"/>
                </a:solidFill>
                <a:latin typeface="Aptos"/>
              </a:rPr>
              <a:t>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A9B9D3"/>
                </a:solidFill>
                <a:latin typeface="Aptos"/>
              </a:rPr>
              <a:t>Plans • Exams •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154680"/>
            <a:ext cx="26974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7639" y="34290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9D3FF"/>
                </a:solidFill>
                <a:latin typeface="Aptos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4048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A9B9D3"/>
                </a:solidFill>
                <a:latin typeface="Aptos"/>
              </a:rPr>
              <a:t>Notes •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154680"/>
            <a:ext cx="26974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4290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AC46"/>
                </a:solidFill>
                <a:latin typeface="Aptos"/>
              </a:rPr>
              <a:t>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84048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A9B9D3"/>
                </a:solidFill>
                <a:latin typeface="Aptos"/>
              </a:rPr>
              <a:t>Tasks •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6636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LangGraph conditional edges make this routing explicit and modular.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Specialized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Three focused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292608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84708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470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7830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Study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94560"/>
            <a:ext cx="251460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Study plans, exam preparation, learning strategies and subject-related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292608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184708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7830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Knowledge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194560"/>
            <a:ext cx="251460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Searches the student's notes and answers from retrieved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74720" cy="292608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1847088"/>
            <a:ext cx="475488" cy="475488"/>
          </a:xfrm>
          <a:prstGeom prst="ellipse">
            <a:avLst/>
          </a:prstGeom>
          <a:solidFill>
            <a:srgbClr val="FFAC46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8470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7830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Task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194560"/>
            <a:ext cx="251460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Creates, organizes, prioritizes and breaks large tasks into smaller 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Benefit: each agent has a clear responsibility instead of one generic prompt.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Knowledge Agent /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Grounding answers in provided student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80136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37360"/>
            <a:ext cx="1463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1.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148840"/>
            <a:ext cx="1463039" cy="2606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TextLoader reads student_notes.txt.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42316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60" y="1801368"/>
            <a:ext cx="475488" cy="47548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737360"/>
            <a:ext cx="1463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2.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148840"/>
            <a:ext cx="1463039" cy="2606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Text is divided into manageable chunks.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600200"/>
            <a:ext cx="242316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63640" y="1801368"/>
            <a:ext cx="475488" cy="475488"/>
          </a:xfrm>
          <a:prstGeom prst="ellipse">
            <a:avLst/>
          </a:prstGeom>
          <a:solidFill>
            <a:srgbClr val="FFAC46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1737360"/>
            <a:ext cx="1463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3.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2148840"/>
            <a:ext cx="1463039" cy="2606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Embeddings + Chroma find relevant chunks.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600200"/>
            <a:ext cx="242316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1119" y="180136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180136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1737360"/>
            <a:ext cx="1463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4.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148840"/>
            <a:ext cx="1463039" cy="2606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Knowledge agent uses retrieved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A9B9D3"/>
                </a:solidFill>
                <a:latin typeface="Aptos"/>
              </a:rPr>
              <a:t>If the answer is not available in the provided context, the agent can say it was not found in the notes.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Core tools behind the completed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755648"/>
            <a:ext cx="475488" cy="47548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5564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9163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03120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StateGraph, nodes, edges and conditional 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175564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69163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103120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Local Qwen3:4B model for LLM responses.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1755648"/>
            <a:ext cx="475488" cy="47548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69163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103120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Browser-based interactive interface.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3447288"/>
            <a:ext cx="475488" cy="475488"/>
          </a:xfrm>
          <a:prstGeom prst="ellipse">
            <a:avLst/>
          </a:prstGeom>
          <a:solidFill>
            <a:srgbClr val="FFAC46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4472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338327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794759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Hugging Face embeddings + Chroma retrieval.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24612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FF5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6280" y="3447288"/>
            <a:ext cx="475488" cy="475488"/>
          </a:xfrm>
          <a:prstGeom prst="ellipse">
            <a:avLst/>
          </a:prstGeom>
          <a:solidFill>
            <a:srgbClr val="FF5E7D"/>
          </a:solidFill>
          <a:ln>
            <a:solidFill>
              <a:srgbClr val="FF5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4472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338327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794759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User registration, login and password hashing.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246120"/>
            <a:ext cx="3474720" cy="1371600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0" y="3447288"/>
            <a:ext cx="475488" cy="47548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3447288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0D1B"/>
                </a:solidFill>
                <a:latin typeface="Aptos"/>
              </a:rPr>
              <a:t>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3383279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Voice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794759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9B9D3"/>
                </a:solidFill>
                <a:latin typeface="Aptos"/>
              </a:rPr>
              <a:t>Speech-to-text microphone input.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End-to-End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What happens from login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58368" cy="65836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9D3FF"/>
                </a:solidFill>
                <a:latin typeface="Aptos"/>
              </a:rPr>
              <a:t>SIGN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1874519"/>
            <a:ext cx="658368" cy="65836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9A67FF"/>
                </a:solidFill>
                <a:latin typeface="Aptos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93392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1874519"/>
            <a:ext cx="658368" cy="658368"/>
          </a:xfrm>
          <a:prstGeom prst="ellipse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42E09D"/>
                </a:solidFill>
                <a:latin typeface="Aptos"/>
              </a:rPr>
              <a:t>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993392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1874519"/>
            <a:ext cx="658368" cy="658368"/>
          </a:xfrm>
          <a:prstGeom prst="ellipse">
            <a:avLst/>
          </a:prstGeom>
          <a:solidFill>
            <a:srgbClr val="FFAC46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AC46"/>
                </a:solidFill>
                <a:latin typeface="Aptos"/>
              </a:rPr>
              <a:t>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993392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275320" y="1874519"/>
            <a:ext cx="658368" cy="658368"/>
          </a:xfrm>
          <a:prstGeom prst="ellipse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9D3FF"/>
                </a:solidFill>
                <a:latin typeface="Aptos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993392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9B9D3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195560" y="1874519"/>
            <a:ext cx="658368" cy="658368"/>
          </a:xfrm>
          <a:prstGeom prst="ellipse">
            <a:avLst/>
          </a:prstGeom>
          <a:solidFill>
            <a:srgbClr val="9A67FF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95560" y="187451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0D1B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72491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9A67FF"/>
                </a:solidFill>
                <a:latin typeface="Aptos"/>
              </a:rPr>
              <a:t>SAVE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886200"/>
            <a:ext cx="9966960" cy="1051560"/>
          </a:xfrm>
          <a:prstGeom prst="roundRect">
            <a:avLst/>
          </a:prstGeom>
          <a:solidFill>
            <a:srgbClr val="172642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3886200"/>
            <a:ext cx="950976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42E09D"/>
                </a:solidFill>
                <a:latin typeface="Aptos"/>
              </a:rPr>
              <a:t>NEXT LOGIN  →  USER CAN REVIEW PREVIOUS CONVERSATIONS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Viva / Quiz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Important questions mam may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3246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39D3FF"/>
                </a:solidFill>
                <a:latin typeface="Aptos"/>
              </a:rPr>
              <a:t>Why did you use LangGraph?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490472"/>
            <a:ext cx="6903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To build and control a multi-step workflow with nodes and conditional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1088136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50592"/>
            <a:ext cx="3246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39D3FF"/>
                </a:solidFill>
                <a:latin typeface="Aptos"/>
              </a:rPr>
              <a:t>What is the benefit of Streamlit?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432304"/>
            <a:ext cx="6903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It provides a simple browser UI quickly, without a separate frontend.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4"/>
            <a:ext cx="1088136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392424"/>
            <a:ext cx="3246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39D3FF"/>
                </a:solidFill>
                <a:latin typeface="Aptos"/>
              </a:rPr>
              <a:t>Why did you create separate functions?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374136"/>
            <a:ext cx="6903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To keep each responsibility modular, readable and easier to debug.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42816"/>
            <a:ext cx="1088136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334255"/>
            <a:ext cx="3246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39D3FF"/>
                </a:solidFill>
                <a:latin typeface="Aptos"/>
              </a:rPr>
              <a:t>Why use a supervisor?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315968"/>
            <a:ext cx="6903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To classify the user's intent and send it to the correct specialist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84648"/>
            <a:ext cx="10881360" cy="7315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276088"/>
            <a:ext cx="3246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39D3FF"/>
                </a:solidFill>
                <a:latin typeface="Aptos"/>
              </a:rPr>
              <a:t>Why add login/signup?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257800"/>
            <a:ext cx="6903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To give users controlled access and keep their conversation history associated with their account.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9D3FF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Live Demo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04672"/>
            <a:ext cx="10058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A9B9D3"/>
                </a:solidFill>
                <a:latin typeface="Aptos"/>
              </a:rPr>
              <a:t>Use these to prove the main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52728"/>
            <a:ext cx="914400" cy="41148"/>
          </a:xfrm>
          <a:prstGeom prst="rect">
            <a:avLst/>
          </a:prstGeom>
          <a:solidFill>
            <a:srgbClr val="39D3FF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9A67FF"/>
                </a:solidFill>
                <a:latin typeface="Aptos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19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9A67FF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1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Sign up → Login → enter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39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9D3FF"/>
                </a:solidFill>
                <a:latin typeface="Aptos"/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45919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39D3FF"/>
                </a:solidFill>
                <a:latin typeface="Aptos"/>
              </a:rPr>
              <a:t>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93391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Speak: “What is LangGraph?”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0449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2E09D"/>
                </a:solidFill>
                <a:latin typeface="Aptos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99232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42E09D"/>
                </a:solidFill>
                <a:latin typeface="Aptos"/>
              </a:rPr>
              <a:t>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46704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“Make me a study plan for tomorrow's exam.”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62072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449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9D3FF"/>
                </a:solidFill>
                <a:latin typeface="Aptos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99232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39D3FF"/>
                </a:solidFill>
                <a:latin typeface="Aptos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46704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“What is LangGraph?”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15383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FFA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39826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AC46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35254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FAC46"/>
                </a:solidFill>
                <a:latin typeface="Aptos"/>
              </a:rPr>
              <a:t>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00016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“Create a task list for my AI project.”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15383"/>
            <a:ext cx="5166360" cy="1024128"/>
          </a:xfrm>
          <a:prstGeom prst="roundRect">
            <a:avLst/>
          </a:prstGeom>
          <a:solidFill>
            <a:srgbClr val="101B30"/>
          </a:solidFill>
          <a:ln>
            <a:solidFill>
              <a:srgbClr val="9A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39826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9A67FF"/>
                </a:solidFill>
                <a:latin typeface="Aptos"/>
              </a:rPr>
              <a:t>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35254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9A67FF"/>
                </a:solidFill>
                <a:latin typeface="Aptos"/>
              </a:rPr>
              <a:t>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700016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Show the previous questions and answers.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9B9D3"/>
                </a:solidFill>
                <a:latin typeface="Aptos"/>
              </a:rPr>
              <a:t>Student AI Agent  •  Agentic AI Internship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39D3FF"/>
                </a:solidFill>
                <a:latin typeface="Aptos"/>
              </a:rPr>
              <a:t>STUDENT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>
                <a:solidFill>
                  <a:srgbClr val="A9B9D3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977639"/>
            <a:ext cx="4846320" cy="1188720"/>
          </a:xfrm>
          <a:prstGeom prst="roundRect">
            <a:avLst/>
          </a:prstGeom>
          <a:solidFill>
            <a:srgbClr val="101B30"/>
          </a:solidFill>
          <a:ln>
            <a:solidFill>
              <a:srgbClr val="10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73674" y="4215271"/>
            <a:ext cx="14141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5F8FC"/>
                </a:solidFill>
                <a:latin typeface="Aptos"/>
              </a:rPr>
              <a:t>A</a:t>
            </a:r>
            <a:r>
              <a:rPr lang="en-US" sz="1600" b="1" dirty="0" smtClean="0">
                <a:solidFill>
                  <a:srgbClr val="F5F8FC"/>
                </a:solidFill>
                <a:latin typeface="Aptos"/>
              </a:rPr>
              <a:t>hmad </a:t>
            </a:r>
            <a:r>
              <a:rPr lang="en-US" sz="1600" b="1" dirty="0" err="1" smtClean="0">
                <a:solidFill>
                  <a:srgbClr val="F5F8FC"/>
                </a:solidFill>
                <a:latin typeface="Aptos"/>
              </a:rPr>
              <a:t>Raza</a:t>
            </a:r>
            <a:endParaRPr sz="16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31920" y="4590288"/>
            <a:ext cx="4297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9B9D3"/>
                </a:solidFill>
                <a:latin typeface="Aptos"/>
              </a:rPr>
              <a:t>Agentic AI Internship  •  University of Layyah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44768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9B9D3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944</Words>
  <Application>Microsoft Office PowerPoint</Application>
  <PresentationFormat>Custom</PresentationFormat>
  <Paragraphs>264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nmc</cp:lastModifiedBy>
  <cp:revision>4</cp:revision>
  <dcterms:created xsi:type="dcterms:W3CDTF">2013-01-27T09:14:16Z</dcterms:created>
  <dcterms:modified xsi:type="dcterms:W3CDTF">2026-08-28T17:14:10Z</dcterms:modified>
  <cp:category/>
</cp:coreProperties>
</file>